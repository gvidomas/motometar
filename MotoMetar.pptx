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6" r:id="rId8"/>
    <p:sldId id="264" r:id="rId9"/>
    <p:sldId id="262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185E-294A-A301-ECF6-106C32FF62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AE1DB-5BDA-DA4F-2725-7C6C8EE96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0F084-A2BD-93DA-C5D2-4B170452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03AE-C21D-47F5-A95F-538E7A81D38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CEF36-2A76-D9B4-B5E1-D0DE61946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D5B1C-480B-508E-BA70-890ADF8A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2C67F-9C81-4A35-B769-46DE61565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75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05FCC-6FB2-CFCC-B35C-A806B8FBD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E1D4F-C64B-7071-DB34-3AF0875F2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10105-4C72-7487-759C-10ECB4FA2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03AE-C21D-47F5-A95F-538E7A81D38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C2332-8AB6-9807-07FC-5C259402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F76CE-B156-C0ED-7637-61EF670C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2C67F-9C81-4A35-B769-46DE61565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4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B421B-35A0-D52D-382B-B0D09CB5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702E8-B082-D347-592C-AE5DD0D7E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4ACA2-0595-A095-949E-6305B648B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03AE-C21D-47F5-A95F-538E7A81D38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93308-A8BC-148A-152F-B4DF12744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C1CCA-BFF7-5E38-4113-EC5E4188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2C67F-9C81-4A35-B769-46DE61565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15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F7F7D-B4FB-D422-BE1E-A5AA7A8F7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38B54-B6F1-709F-FDCB-B43F33E15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90755-019F-FCFC-28F4-9300FA065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0D53E-08CA-1296-D1EE-C3F0EFD3C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03AE-C21D-47F5-A95F-538E7A81D38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58348-5B22-6C47-233B-2F27BB802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0B61A-40E9-18A4-B8F4-71488C677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2C67F-9C81-4A35-B769-46DE61565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8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38BC6-2A22-A87E-24A5-C699652E7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D4F79-37B0-F194-64CB-5DCE5D328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D917C-77A4-3BAB-7766-5390C664B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C0A9F1-55B1-0FFC-0E4A-7469C505C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895675-F367-308F-889C-49FD5C405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B39906-3647-72EC-2398-E5D59227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03AE-C21D-47F5-A95F-538E7A81D38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D4A025-DF1D-2B2D-6248-94567803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B2F1F4-CC28-714D-5A4F-58E86B41F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2C67F-9C81-4A35-B769-46DE61565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75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D7ABF-692C-4E87-E870-E3A1F929B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986168-13A9-2815-4535-E7655DF8F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03AE-C21D-47F5-A95F-538E7A81D38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9346E3-8BDA-ABF5-8487-33FEBDB77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810632-EA25-69E1-A139-8C9534892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2C67F-9C81-4A35-B769-46DE61565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906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74DE16-61C4-78E0-3D2F-4D22CBD7F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03AE-C21D-47F5-A95F-538E7A81D38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F92CA-5C26-3449-49AC-0FAC8AC4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FEB0A-3551-24DA-9447-3F7492CAE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2C67F-9C81-4A35-B769-46DE61565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50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B2159-FF40-D3C0-6C53-AE79CC3C6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B8639-94FB-F147-F83D-72A451BA5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E19F0-9D5E-4FA2-0C5F-82F966D6D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95553-B0BB-5145-3055-E75CDA92D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03AE-C21D-47F5-A95F-538E7A81D38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D41EC-F67B-3D5A-0D47-1D967DABE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6BCA0-1BA1-AB26-B2EC-5B6009E4D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2C67F-9C81-4A35-B769-46DE61565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72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7D9C7-DEF9-F0C6-ADA0-9C20798AF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B5FB4C-2B99-14CB-8AC0-94CA61AF5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E6FA0-130C-3CD7-935C-753ABF33E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87F4D-F25E-1DA0-501B-237DF9995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03AE-C21D-47F5-A95F-538E7A81D38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58638-E12A-064E-409A-912AB0502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24B7E-7155-B6DA-8AA2-053063A77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2C67F-9C81-4A35-B769-46DE61565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14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1E998-B44B-22BD-5011-D2357918D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C762F-D8EE-C4C1-4C8E-8EB23BB29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B6FD0-4221-4359-0CF8-2B95A881C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03AE-C21D-47F5-A95F-538E7A81D38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B5721-BC87-6E91-9B64-F8986DD7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3E8B9-64D1-63A8-2EAD-7DD19C1C3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2C67F-9C81-4A35-B769-46DE61565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975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7AE0B9-7EFA-E458-7A17-618468A101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055A6-FF62-C8EA-622E-8D6C94C04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190C5-A2B2-9F9E-0E5C-343C10027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03AE-C21D-47F5-A95F-538E7A81D38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98641-1FD7-E53C-A63A-88331E1C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AD2E4-16C2-A53E-9FFE-3A5201B3D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2C67F-9C81-4A35-B769-46DE61565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4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EB3611-B2A0-D8B9-8FD5-27D7FF54E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4C838-5267-EE66-1CB9-1DC37DADE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EA525-F4C5-C4D0-7106-5A0C4E47F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A03AE-C21D-47F5-A95F-538E7A81D38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6E10A-CC42-BC7E-03E8-497C8E287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97B60-6EB1-361D-9ACF-80DB5FE268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2C67F-9C81-4A35-B769-46DE61565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52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620A05-FC00-AB0E-483C-6519F8897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963507"/>
            <a:ext cx="3494362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4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MotoMetar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747EA02B-DD7E-9A4A-2CD4-400778FADD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6030" y="963507"/>
            <a:ext cx="6250940" cy="23046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hr-HR" sz="2000" dirty="0"/>
              <a:t>Digitalni s</a:t>
            </a:r>
            <a:r>
              <a:rPr lang="en-US" sz="2000" dirty="0" err="1"/>
              <a:t>pirometer</a:t>
            </a:r>
            <a:r>
              <a:rPr lang="hr-HR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ESP32 </a:t>
            </a:r>
            <a:r>
              <a:rPr lang="en-US" sz="2000" dirty="0" err="1"/>
              <a:t>platformi</a:t>
            </a:r>
            <a:r>
              <a:rPr lang="hr-HR" sz="2000" dirty="0"/>
              <a:t> u obliku igre vožnje motocikla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3B24FC-04EE-3DF2-0F35-83746A39D3E1}"/>
              </a:ext>
            </a:extLst>
          </p:cNvPr>
          <p:cNvSpPr txBox="1"/>
          <p:nvPr/>
        </p:nvSpPr>
        <p:spPr>
          <a:xfrm>
            <a:off x="4976030" y="3589866"/>
            <a:ext cx="6250940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Hrvoje </a:t>
            </a:r>
            <a:r>
              <a:rPr lang="en-US" sz="2000" dirty="0" err="1"/>
              <a:t>Sić</a:t>
            </a: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Gvido Maskalan</a:t>
            </a:r>
          </a:p>
        </p:txBody>
      </p:sp>
    </p:spTree>
    <p:extLst>
      <p:ext uri="{BB962C8B-B14F-4D97-AF65-F5344CB8AC3E}">
        <p14:creationId xmlns:p14="http://schemas.microsoft.com/office/powerpoint/2010/main" val="379327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A5AED-4497-DB01-FED8-18BB38BF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Cilj projekta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6F20C-95D1-AC2B-4E92-55A00BEC6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56269" cy="13255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r-HR" dirty="0"/>
              <a:t>Najveći nedostatak klasičnih vježbi disanja je monotonija koja dovodi do smanjenja kvalitete izvođenja vježbe nakon više repeticija, pogotovo kod djece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7B3C26-532D-E090-0016-16F96452D910}"/>
              </a:ext>
            </a:extLst>
          </p:cNvPr>
          <p:cNvSpPr txBox="1"/>
          <p:nvPr/>
        </p:nvSpPr>
        <p:spPr>
          <a:xfrm>
            <a:off x="838200" y="3286125"/>
            <a:ext cx="67905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Cilj je razviti sustav koji mjeri intenzitet i stabilnost disanja te na zanimljiv način korisniku daje povratne informacije</a:t>
            </a:r>
          </a:p>
          <a:p>
            <a:r>
              <a:rPr lang="hr-HR" dirty="0"/>
              <a:t>Odabrani način motivacije korisnika je prikaz rezultata kroz igru te mogućnost ostvarenja boljeg rezultata svakim pokušajem</a:t>
            </a:r>
          </a:p>
          <a:p>
            <a:r>
              <a:rPr lang="hr-HR" dirty="0"/>
              <a:t>Sama je igra zamišljena na način da korisnik disanjem upravlja motociklom, koji se pravilnim disanjem podiže na zadnji kotač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31CAA1-75ED-580B-D93F-9472AAF20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3768" y="929322"/>
            <a:ext cx="3095267" cy="471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89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0CFEA-6039-5DD1-08C3-1DBDB51DB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Korištene tehnologije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3318A-2CE8-6E2F-34C4-8A376FD6D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Hardver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AFFDC6-34E5-FF8D-A870-F6CA6DDD01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hr-HR" dirty="0"/>
              <a:t>ESP32 mikroupravljač</a:t>
            </a:r>
          </a:p>
          <a:p>
            <a:r>
              <a:rPr lang="hr-HR" dirty="0"/>
              <a:t>OLED SSD1306 zaslon</a:t>
            </a:r>
          </a:p>
          <a:p>
            <a:r>
              <a:rPr lang="hr-HR" dirty="0"/>
              <a:t>Potenciometar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A06B78-D6A7-C5E3-C296-0FB26A631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r-HR" dirty="0"/>
              <a:t>Softver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DABFB0-6F95-2A94-45F3-7273896B7DD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hr-HR" dirty="0"/>
              <a:t>Wokwi</a:t>
            </a:r>
            <a:endParaRPr lang="en-US" dirty="0"/>
          </a:p>
          <a:p>
            <a:r>
              <a:rPr lang="hr-HR" dirty="0"/>
              <a:t>C++</a:t>
            </a:r>
          </a:p>
          <a:p>
            <a:r>
              <a:rPr lang="hr-HR" dirty="0"/>
              <a:t>Adafruit SD1306</a:t>
            </a:r>
          </a:p>
          <a:p>
            <a:r>
              <a:rPr lang="hr-HR" dirty="0"/>
              <a:t>Adafruit GFX</a:t>
            </a:r>
          </a:p>
        </p:txBody>
      </p:sp>
    </p:spTree>
    <p:extLst>
      <p:ext uri="{BB962C8B-B14F-4D97-AF65-F5344CB8AC3E}">
        <p14:creationId xmlns:p14="http://schemas.microsoft.com/office/powerpoint/2010/main" val="2881915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B919E-EF79-3B9F-D269-3D13D1467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10527381" cy="1680519"/>
          </a:xfrm>
        </p:spPr>
        <p:txBody>
          <a:bodyPr>
            <a:normAutofit/>
          </a:bodyPr>
          <a:lstStyle/>
          <a:p>
            <a:pPr algn="ctr"/>
            <a:r>
              <a:rPr lang="hr-HR" sz="4000" dirty="0"/>
              <a:t>Arhitektura sustava</a:t>
            </a:r>
            <a:endParaRPr lang="en-US" sz="4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139D7D-B402-A7AC-DD48-DA21C68D6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0"/>
          <a:stretch>
            <a:fillRect/>
          </a:stretch>
        </p:blipFill>
        <p:spPr>
          <a:xfrm>
            <a:off x="934704" y="2520654"/>
            <a:ext cx="5167184" cy="36295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13D127-FAE4-967A-A633-AB3041BF5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888" y="2520654"/>
            <a:ext cx="5013294" cy="340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788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245D-BA9A-1D50-CD2B-4F07D30BA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Obrada signala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87F65-6BE3-D938-F326-50DFB91C2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23744"/>
            <a:ext cx="10515600" cy="3049715"/>
          </a:xfrm>
        </p:spPr>
        <p:txBody>
          <a:bodyPr/>
          <a:lstStyle/>
          <a:p>
            <a:pPr marL="0" indent="0">
              <a:buNone/>
            </a:pPr>
            <a:r>
              <a:rPr lang="hr-HR" dirty="0"/>
              <a:t>Koraci obrade signala: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5EAFCD-39CA-FF06-1FC3-2C76B03DC0C7}"/>
              </a:ext>
            </a:extLst>
          </p:cNvPr>
          <p:cNvSpPr txBox="1"/>
          <p:nvPr/>
        </p:nvSpPr>
        <p:spPr>
          <a:xfrm>
            <a:off x="1205062" y="3212288"/>
            <a:ext cx="461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Očitavanje vrijednosti potenciometra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D76640-BA62-7587-BD09-43E2715FD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575" y="3175596"/>
            <a:ext cx="4743815" cy="3835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406460-62E0-B682-227E-C4A1664455B5}"/>
              </a:ext>
            </a:extLst>
          </p:cNvPr>
          <p:cNvSpPr txBox="1"/>
          <p:nvPr/>
        </p:nvSpPr>
        <p:spPr>
          <a:xfrm>
            <a:off x="1205062" y="4289404"/>
            <a:ext cx="4614512" cy="383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Filtriranje ulaznog signala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76A292-2A0C-B6E1-FCE8-D4C3AC91AB55}"/>
              </a:ext>
            </a:extLst>
          </p:cNvPr>
          <p:cNvSpPr txBox="1"/>
          <p:nvPr/>
        </p:nvSpPr>
        <p:spPr>
          <a:xfrm>
            <a:off x="1205058" y="5659038"/>
            <a:ext cx="4614513" cy="383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Određivanje smjera disanja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FFA940-4452-1B48-BA5F-EEB13B57A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575" y="3923617"/>
            <a:ext cx="4910364" cy="11256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CBB840-E0B5-0DA7-3ACF-25EA088B9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571" y="5621492"/>
            <a:ext cx="4262265" cy="40871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D0EE982-6F03-A920-BFF3-FD02B80AD535}"/>
              </a:ext>
            </a:extLst>
          </p:cNvPr>
          <p:cNvSpPr txBox="1"/>
          <p:nvPr/>
        </p:nvSpPr>
        <p:spPr>
          <a:xfrm>
            <a:off x="895549" y="1538521"/>
            <a:ext cx="7379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Cilj obrade signala je uklanjanje šuma te zaglađivanje promjena kako bi se omogućio glađi prikaz igre</a:t>
            </a: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AB4C6E-3ECD-5A35-F5CD-BEEA3C07605A}"/>
              </a:ext>
            </a:extLst>
          </p:cNvPr>
          <p:cNvCxnSpPr>
            <a:cxnSpLocks/>
          </p:cNvCxnSpPr>
          <p:nvPr/>
        </p:nvCxnSpPr>
        <p:spPr>
          <a:xfrm>
            <a:off x="1057275" y="3806689"/>
            <a:ext cx="9848850" cy="1452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B62E2B5-5C8A-26BC-D91A-8156D4B05369}"/>
              </a:ext>
            </a:extLst>
          </p:cNvPr>
          <p:cNvCxnSpPr>
            <a:cxnSpLocks/>
          </p:cNvCxnSpPr>
          <p:nvPr/>
        </p:nvCxnSpPr>
        <p:spPr>
          <a:xfrm>
            <a:off x="1057275" y="5373683"/>
            <a:ext cx="9848850" cy="1452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924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0E42-D392-C535-A759-40B049D16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Izračun potrebnih vrijednosti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6EDD6-63A1-B27E-7914-DC2B14EE1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Protok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809DD-B944-C152-A832-20BF4D7575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hr-HR" sz="1800" dirty="0"/>
              <a:t>Skaliranje signala u realističan protok</a:t>
            </a:r>
            <a:endParaRPr lang="en-US" sz="1800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52ECBA-DC56-D879-CB91-1CFF087218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r-HR" dirty="0"/>
              <a:t>Volumen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C2DACC-2327-E4D3-2D86-DEC324E7CF4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hr-HR" sz="1600" dirty="0"/>
              <a:t>Izračun ukupnog volumena udahnutog/izdahnutog zraka</a:t>
            </a:r>
            <a:endParaRPr lang="en-US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C850B1-B38F-2DE6-1142-629E1F47A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820" y="3952175"/>
            <a:ext cx="3371721" cy="7550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93E062-5C9A-F256-FFE8-CFCEC916B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647" y="3836979"/>
            <a:ext cx="3140293" cy="98544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99E757-1E6C-F0C0-6C0B-20EA437C0F05}"/>
              </a:ext>
            </a:extLst>
          </p:cNvPr>
          <p:cNvSpPr/>
          <p:nvPr/>
        </p:nvSpPr>
        <p:spPr>
          <a:xfrm>
            <a:off x="1508917" y="3748088"/>
            <a:ext cx="3819525" cy="1198562"/>
          </a:xfrm>
          <a:prstGeom prst="roundRect">
            <a:avLst/>
          </a:prstGeom>
          <a:noFill/>
          <a:ln w="285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1231E8-BAD9-CE36-6765-3B09AD697192}"/>
              </a:ext>
            </a:extLst>
          </p:cNvPr>
          <p:cNvSpPr/>
          <p:nvPr/>
        </p:nvSpPr>
        <p:spPr>
          <a:xfrm>
            <a:off x="6854030" y="3730422"/>
            <a:ext cx="3819525" cy="1198562"/>
          </a:xfrm>
          <a:prstGeom prst="roundRect">
            <a:avLst/>
          </a:prstGeom>
          <a:noFill/>
          <a:ln w="285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4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610B-6B39-E283-9B71-148C46879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Stabilnost toka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BC85C-75E7-EFBD-C158-A32B1A92D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01372" cy="4351338"/>
          </a:xfrm>
        </p:spPr>
        <p:txBody>
          <a:bodyPr/>
          <a:lstStyle/>
          <a:p>
            <a:r>
              <a:rPr lang="hr-HR" dirty="0"/>
              <a:t>Stabilnost udaha/izdaha bitan jedio vježbi disanja</a:t>
            </a:r>
          </a:p>
          <a:p>
            <a:r>
              <a:rPr lang="hr-HR" dirty="0"/>
              <a:t>Za provjeru stabilnosti rađena je provjera promjene protoka između zadnjeg i predzadnjeg očitanja, te ako je ona prevelika dolazi do neuspješnog izvođenja vježbe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D96C8B-0D35-EE7C-89D1-330F152AE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221" y="2051468"/>
            <a:ext cx="5056993" cy="275506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2B67D1-04C5-6A0B-3921-DDB55A61A744}"/>
              </a:ext>
            </a:extLst>
          </p:cNvPr>
          <p:cNvSpPr/>
          <p:nvPr/>
        </p:nvSpPr>
        <p:spPr>
          <a:xfrm>
            <a:off x="6152429" y="1690688"/>
            <a:ext cx="5638517" cy="3539038"/>
          </a:xfrm>
          <a:prstGeom prst="roundRect">
            <a:avLst/>
          </a:prstGeom>
          <a:noFill/>
          <a:ln w="285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58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FDE678-EBA1-EDFF-DA2C-EB7A9000A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4783697" cy="1942810"/>
          </a:xfrm>
        </p:spPr>
        <p:txBody>
          <a:bodyPr anchor="b">
            <a:normAutofit/>
          </a:bodyPr>
          <a:lstStyle/>
          <a:p>
            <a:r>
              <a:rPr lang="hr-HR" sz="4000" dirty="0"/>
              <a:t>Pohrana rezultata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1D06F-2802-EDE8-D7FB-1A1228DD7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686323"/>
            <a:ext cx="4783697" cy="3433583"/>
          </a:xfrm>
        </p:spPr>
        <p:txBody>
          <a:bodyPr>
            <a:normAutofit/>
          </a:bodyPr>
          <a:lstStyle/>
          <a:p>
            <a:r>
              <a:rPr lang="hr-HR" sz="2000" dirty="0"/>
              <a:t>Krajem svakog uspješnog pokušaja dolazi do provjere najboljeg rezultata</a:t>
            </a:r>
          </a:p>
          <a:p>
            <a:r>
              <a:rPr lang="hr-HR" sz="2000" dirty="0"/>
              <a:t>Ukoliko je trenutni rezultat bolji od prethodno najboljeg, novi najbolji rezultat se sprema u ESP32 NVM (Non Volatile Memory)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BA1DB2-63F9-5E2C-AF67-D29E92779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424" y="1883223"/>
            <a:ext cx="5365375" cy="289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134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BA262-46D7-159B-BD24-1FCC9783F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4783697" cy="1942810"/>
          </a:xfrm>
        </p:spPr>
        <p:txBody>
          <a:bodyPr anchor="b">
            <a:normAutofit/>
          </a:bodyPr>
          <a:lstStyle/>
          <a:p>
            <a:r>
              <a:rPr lang="hr-HR" sz="4000"/>
              <a:t>Logika igre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B89DB-3C2B-5E49-AFCF-946D6EBE3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686323"/>
            <a:ext cx="4783697" cy="3433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/>
              <a:t>Igra je podijeljena na četiri stanja:</a:t>
            </a:r>
          </a:p>
          <a:p>
            <a:r>
              <a:rPr lang="hr-HR" sz="2000" dirty="0"/>
              <a:t>IDLE – protok </a:t>
            </a:r>
            <a:r>
              <a:rPr lang="en-US" sz="2000" dirty="0"/>
              <a:t>je </a:t>
            </a:r>
            <a:r>
              <a:rPr lang="en-US" sz="2000" dirty="0" err="1"/>
              <a:t>manji</a:t>
            </a:r>
            <a:r>
              <a:rPr lang="en-US" sz="2000" dirty="0"/>
              <a:t> od </a:t>
            </a:r>
            <a:r>
              <a:rPr lang="hr-HR" sz="2000" dirty="0"/>
              <a:t>9</a:t>
            </a:r>
            <a:r>
              <a:rPr lang="en-US" sz="2000" dirty="0"/>
              <a:t>00 ml/s</a:t>
            </a:r>
          </a:p>
          <a:p>
            <a:r>
              <a:rPr lang="en-US" sz="2000" dirty="0"/>
              <a:t>RUNNING – </a:t>
            </a:r>
            <a:r>
              <a:rPr lang="en-US" sz="2000" dirty="0" err="1"/>
              <a:t>protok</a:t>
            </a:r>
            <a:r>
              <a:rPr lang="en-US" sz="2000" dirty="0"/>
              <a:t> </a:t>
            </a:r>
            <a:r>
              <a:rPr lang="en-US" sz="2000" dirty="0" err="1"/>
              <a:t>izme</a:t>
            </a:r>
            <a:r>
              <a:rPr lang="hr-HR" sz="2000" dirty="0"/>
              <a:t>đu 900 i 1200 ml/s</a:t>
            </a:r>
          </a:p>
          <a:p>
            <a:r>
              <a:rPr lang="hr-HR" sz="2000" dirty="0"/>
              <a:t>SUCCESS – nakon 5 sekundi stabilnog disanja</a:t>
            </a:r>
          </a:p>
          <a:p>
            <a:r>
              <a:rPr lang="hr-HR" sz="2000" dirty="0"/>
              <a:t>FAILED – protok iznad 1200 ml/s ili nestabilno disanje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EB5E1B-2438-A019-63AC-8923CB89E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424" y="713274"/>
            <a:ext cx="5365375" cy="523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459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92693-994A-38E0-A48C-258FCE48A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Vizualizacija motocikla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F0394-7A89-1D6C-467C-D90FBC7DC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Motocikl se sastoji od skupa vektorskih linija i krugova</a:t>
            </a:r>
          </a:p>
          <a:p>
            <a:r>
              <a:rPr lang="hr-HR" dirty="0"/>
              <a:t>Točke koje definiraju linije i krugove se rotiraju oko središta stražnjeg kotača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F92F54-02D4-CD33-B9AB-83007432D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388" y="365124"/>
            <a:ext cx="2636412" cy="11445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8548EB-7DE4-7526-68F3-A6C4B51B8E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42" r="18511"/>
          <a:stretch>
            <a:fillRect/>
          </a:stretch>
        </p:blipFill>
        <p:spPr>
          <a:xfrm>
            <a:off x="5629021" y="4271537"/>
            <a:ext cx="3088367" cy="19054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05670E9-0C2B-BEE8-779F-4A2FFBAF8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4493" y="4271536"/>
            <a:ext cx="2554528" cy="190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80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DB8DDC-7288-C46B-B073-2E29CF763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364957"/>
          </a:xfrm>
        </p:spPr>
        <p:txBody>
          <a:bodyPr/>
          <a:lstStyle/>
          <a:p>
            <a:pPr algn="ctr"/>
            <a:r>
              <a:rPr lang="hr-HR" dirty="0"/>
              <a:t>Hvala na pažnji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85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302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MotoMetar</vt:lpstr>
      <vt:lpstr>Cilj projekta</vt:lpstr>
      <vt:lpstr>Korištene tehnologije</vt:lpstr>
      <vt:lpstr>Arhitektura sustava</vt:lpstr>
      <vt:lpstr>Obrada signala</vt:lpstr>
      <vt:lpstr>Izračun potrebnih vrijednosti</vt:lpstr>
      <vt:lpstr>Stabilnost toka</vt:lpstr>
      <vt:lpstr>Pohrana rezultata</vt:lpstr>
      <vt:lpstr>Logika igre</vt:lpstr>
      <vt:lpstr>Vizualizacija motocikla</vt:lpstr>
      <vt:lpstr>Hvala na pažnji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Gvido Maskalan</dc:creator>
  <cp:lastModifiedBy>Gvido Maskalan</cp:lastModifiedBy>
  <cp:revision>1</cp:revision>
  <dcterms:created xsi:type="dcterms:W3CDTF">2026-06-08T21:39:16Z</dcterms:created>
  <dcterms:modified xsi:type="dcterms:W3CDTF">2026-06-08T23:09:28Z</dcterms:modified>
</cp:coreProperties>
</file>